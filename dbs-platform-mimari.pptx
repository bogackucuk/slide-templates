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2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92640" y="-54864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607040" y="42062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dbs_pptx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dbs-platform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Mimarisi ve Yapı Tasarımı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dbs-common  ·  dbs-mail-manager  ·  dbs-utilities  ·  dbs-scheduler  ·  dbs-formatter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Mimari POC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Mimari Yapı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dbs-platform, beş bağımsız modülden oluşan çok modüllü bir yapıdır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60520" y="1508760"/>
            <a:ext cx="3840480" cy="48920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5087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16052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2130552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856" y="2249424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/home/claude/dbs_pptx/icons/comm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973" y="2363541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66360" y="213055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dbs-common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34840" y="2971800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2856" y="3090672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home/claude/dbs_pptx/icons/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973" y="3204789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9718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dbs-mail-manager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434840" y="3813048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2856" y="393192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dbs_pptx/icons/utilit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973" y="4046037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38130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dbs-utilities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434840" y="4654296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62856" y="477316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dbs_pptx/icons/sched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973" y="4887285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66360" y="46542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dbs-scheduler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434840" y="5495544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62856" y="561441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4" descr="/home/claude/dbs_pptx/icons/format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973" y="5728533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54955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dbs-formatter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02920" y="33192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dbs_pptx/icons/ft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483864"/>
            <a:ext cx="356616" cy="35661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7160" y="40507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Sunucusu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1188720" y="3657600"/>
            <a:ext cx="2971800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headEnd type="triangle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11002975" y="1737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/home/claude/dbs_pptx/icons/mai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1901952"/>
            <a:ext cx="356616" cy="35661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317175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Sunucusu (Exchange)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8001000" y="2075688"/>
            <a:ext cx="3001975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headEnd type="triangle"/>
            <a:tailEnd type="triangle"/>
          </a:ln>
        </p:spPr>
      </p:sp>
      <p:sp>
        <p:nvSpPr>
          <p:cNvPr id="35" name="Text 26"/>
          <p:cNvSpPr/>
          <p:nvPr/>
        </p:nvSpPr>
        <p:spPr>
          <a:xfrm>
            <a:off x="82753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11002975" y="38404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7" descr="/home/claude/dbs_pptx/icons/d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7567" y="4005072"/>
            <a:ext cx="356616" cy="35661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225735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Veritabanları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(Oracle / MS SQL / Postgre)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001000" y="4178808"/>
            <a:ext cx="3001975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headEnd type="triangle"/>
            <a:tailEnd type="triangle"/>
          </a:ln>
        </p:spPr>
      </p:sp>
      <p:sp>
        <p:nvSpPr>
          <p:cNvPr id="40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bs_pptx/icons/comm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435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dbs-common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modüllerin üzerine kurulduğu ortak temel katman.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39496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141B4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394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kapsamında oluşturulan yapıya benzer şekilde tasarlanmıştır.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Sorumluluklar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80560" y="137160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137160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444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model ve sınıflar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00600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modüllerde tekrar kullanılan veri modelleri, DTO ve temel sınıflar burada tanımlanır.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246888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46888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5420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yönetimi standardı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00600" y="2852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exception hiyerarşisi ve merkezi hata yönetimi kuralları bu modülde yer alır.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356616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80560" y="356616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Konfigürasyon ve altyapı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00600" y="3950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modüllerin bağımlı olduğu ortak konfigürasyon ve altyapı bileşenlerini sağlar.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80560" y="466344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466344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4800600" y="4736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arası tutarlılık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00600" y="5047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dört modülün bu katmana bağımlı olması, platform genelinde tutarlılığı garanti eder.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bs_pptx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435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dbs-mail-manager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sunucusu ile entegrasyonu ve mail süreçlerini yöneten katman.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39496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141B4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394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POC'deki mail-reader yapısına benzer şekilde tasarlanmıştır.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Sorumluluklar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80560" y="137160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137160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444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entegrasyonu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00600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mail sunucusuna IMAP protokolü ile bağlanarak gelen kutusunu izler.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246888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46888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5420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okuma ve ayrıştırma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00600" y="2852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e-postaları ve eklerini okuyarak sonraki işlem adımlarına aktarır.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356616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80560" y="356616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(attachment) işleme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00600" y="3950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veya belge içeren ekleri ayıklayıp ilgili modüllere (ör. dbs-formatter) iletir.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80560" y="466344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466344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4800600" y="4736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takibi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00600" y="5047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İşlenen mailin durumunu (okundu, işlendi, hatalı) izleyerek tekrar işlemeyi önler.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bs_pptx/icons/uti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435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dbs-utilities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genelinde kullanılan yardımcı (helper) bileşenleri barındırır.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Sorumluluklar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80560" y="137160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137160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444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/ FTP işlemleri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sunucularla dosya alışverişi için gerekli SFTP/FTP bağlantı ve transfer işlemleri.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46888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246888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5420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işleme yardımcıları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00600" y="2852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okuma, yazma, taşıma ve arşivleme gibi ortak dosya işlemleri.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356616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356616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yardımcı sınıflar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00600" y="3950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modüllerin ihtiyaç duyduğu tekrar kullanılabilir helper ve utility sınıfları.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80560" y="466344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466344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4736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ve tekrar kullanılabilir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00600" y="5047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mantığından bağımsız, sade ve test edilebilir yardımcı bileşenler olarak tasarlanmıştır.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bs_pptx/icons/sched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435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dbs-scheduler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Zamanlanmış ve periyodik olarak tetiklenen işleri yönetir.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Sorumluluklar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80560" y="137160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137160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444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tabanlı görevler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zaman aralıklarında otomatik olarak tetiklenen işleri tanımlar ve çalıştırır.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46888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246888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5420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süreç orkestrasyonu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00600" y="2852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modüllerdeki (mail, formatter vb.) işlemleri belirlenen zamanlarda tetikler.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356616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356616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00600" y="3950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Zamanlanmış işlerin çalışma durumunu ve sonucunu izlemeye olanak tanır.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80560" y="466344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466344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4736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zamanlama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00600" y="5047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genelindeki tüm periyodik işler tek bir modül üzerinden yönetilir.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144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bs_pptx/icons/form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435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dbs-formatter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faturaların standart formata dönüştürülmesinden sorumludur.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Sorumluluklar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80560" y="137160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137160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444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formatlama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dbs-mail-manager üzerinden gelen faturaları platformun beklediği standart formata dönüştürür.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46888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246888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5420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Ayrıştırma ve doğrulama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00600" y="2852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formatlardaki gelen verilerin ayrıştırılması (parsing) ve doğrulanması (validation).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356616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356616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standardizasyonu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00600" y="3950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iş adımlarının güvenilir şekilde işleyebilmesi için tutarlı bir çıktı formatı üretir.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80560" y="4663440"/>
            <a:ext cx="7223760" cy="932688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4663440"/>
            <a:ext cx="73152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4736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 veri yönetimi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00600" y="5047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Formatlanamayan veya hatalı gelen faturaları işaretleyerek ayrı bir akışa yönlendirir.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 Sistem Entegrasyonları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dbs-platform, dört farklı dış sistemle entegre şekilde çalışır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bs_pptx/icons/f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06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Sunucusu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3134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alışverişi (dosya alma/gönderme) SFTP/FTP protokolü üzerinden dbs-utilities aracılığıyla gerçekleştirilir.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bs_pptx/icons/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18" y="21067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Sunucusu (Exchange)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43800" y="23134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protokolü ile mail sunucusuna bağlanılır; gelen faturalar dbs-mail-manager tarafından okunur.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bs_pptx/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45299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Veritabanları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473659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MS SQL ve Postgre veritabanlarını barındıran Vertical Container ile veri okuma/yazma işlemleri yapılır.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343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bs_pptx/icons/part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8" y="45299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Kurum (SONY)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43800" y="473659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Container üzerinden dış kurum sistemleriyle veri alışverişi sağlanır.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731520" y="475488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dbs-platform, sorumlulukları net şekilde ayrılmış beş modülden oluşur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dbs_pptx/icons/comm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5740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dbs-common: tüm modüllerin dayandığı ortak temel katman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dbs_pptx/icons/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8986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889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dbs-mail-manager: mail sunucusu entegrasyonu ve fatura mailinin işlenmesi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dbs_pptx/icons/utilit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301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5204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dbs-utilities: SFTP ve genel yardımcı işlemler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/home/claude/dbs_pptx/icons/sched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25196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dbs-scheduler: cron tabanlı zamanlanmış işler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4" descr="/home/claude/dbs_pptx/icons/format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09320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98348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dbs-formatter: gelen faturaların standart formata dönüştürülmesi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dbs-platform  |  Modül Mimarisi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2026-08-18T06:00:09Z</dcterms:created>
  <dcterms:modified xsi:type="dcterms:W3CDTF">2026-08-18T06:00:09Z</dcterms:modified>
</cp:coreProperties>
</file>