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tez: yeni greenfield projede eski stack seçmek, doğduğu gün teknik borç yazmaktır.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TEKNOLOJİ STACK DEĞERLENDİRMESİ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13232" y="21945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 + Java 25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Java 17 yerine neden yeni nesil stack?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977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projede teknik ve stratejik gerekçe — performans, güvenlik, destek ömrü ve toplam sahip olma maliyeti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5029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 &amp; Yönetim Sunumu   ·   Temmuz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Gündem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sunumda sırayla neleri konuşacağız?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ana fikri ve kararı özetleyeceğiz: neden yeni sürümlerle başlamalıyız.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ve Spring Boot'un sürüm geçmişine ve her sürümün ne kadar süre destekleneceğine bakacağız.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projeye başlıyor olmanın (greenfield) neden özel bir avantaj olduğunu göreceğiz.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25'in getirdiklerini dört başlıkta inceleyeceğiz: hız/bellek, eşzamanlılık, dil ve güvenlik.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4'ün mimari yeniliklerini ve yeni yeteneklerini ele alacağız.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olarak işin ticari tarafını (maliyet, destek, uyumluluk), riskleri ve önerimizi konuşacağız.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Yönetici Özeti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paragrafta karar ve gerekçesi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fikir: Yepyeni bir projeye başlarken bugünün en güncel araçlarını seçmezsek, birkaç yıl sonra her şeyi yenilemek (migration) zorunda kalırız; bu da ekstra zaman, para ve risk demektir.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25, uzun süre — en az 2033'e kadar — resmi güvenlik ve hata düzeltmeleri alacak bir "LTS" (uzun destekli) sürümdür. Bir önceki tercih Java 21'in ücretsiz güncellemeleri ise Eylül 2026'da bitiyor.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(Kasım 2025), uygulamayı ayakta tutan temel kütüphanelerin (Spring Framework 7 ve Jakarta EE 11) en yeni sürümleri üzerine kuruludur.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projede taşınacak eski kod olmadığı için yeniye geçmenin maliyeti neredeyse yoktur; avantajları ise en baştan elde ederiz.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Önerimiz: Spring Boot 4 + Java 25 ile başlamak; ama projenin en başında kullandığımız kütüphanelerin bu yeni sürümlerle uyumlu olduğunu küçük bir deneme (POC) ile doğrulamak.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Sürüm Manzarası — Java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"LTS" ne demek? Uzun süre güvenlik ve hata güncellemesi almaya devam eden, üretimde güvenle kullanılan sürüm.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 (Eylül 2021): Bir LTS sürümü, ama artık dört yıllık; bugün için görece eski bir temel.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(Eylül 2023): Bir sonraki LTS. Ancak ücretsiz resmi güncellemeleri Eylül 2026'da sona eriyor — yani yakında güncelleme almadan çalışır hale gelir.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(Eylül 2025): En yeni LTS. En az 2033'e kadar destekleniyor, yani en uzun güncelleme ömrüne sahip.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17'den 25'e kadar geçen dört yılda dile ve altyapıya yaklaşık 66 yeni geliştirme eklendi. Yani aradaki fark küçük değil.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Özet: Yeni bir projede en yeni LTS'i seçmek, en uzun süre güncelleme ve destek almak anlamına gelir.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Sürüm Manzarası — Spring Boot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Boot, Java uygulamalarını yazmayı ve çalıştırmayı kolaylaştıran en yaygın çatı (framework).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(Kasım 2022): Temel kütüphanelerin bir önceki neslini (Spring Framework 6 + Jakarta EE 10) kullanır.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(Kasım 2025): Yeni nesil. Spring Framework 7 ve Jakarta EE 11 üzerine kuruludur.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4.1 (Haziran 2026): En yeni ara sürüm; Java 26'ya kadar desteği de kapsıyor.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fark: Spring Boot, Java gibi "LTS" ilan etmez. Her yeni sürüm yalnızca 12 ay açık kaynak destek alır ve 6 ayda bir yeni sürüm çıkar.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yüzden Spring tarafında strateji farklıdır: sadece "en yeniyle başla" demek yetmez; ekibin düzenli olarak güncel sürümde kalma disiplinini de benimsemesi gerekir.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Şimdi? "Greenfield" (Sıfırdan Proje) Avantajı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Greenfield: üzerine bir şey inşa edilmemiş boş arazi gibi, sıfırdan başlayan proje demektir.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başladığımız için taşınacak eski kod yok. Yani yeni sürümlere geçmenin getirdiği dönüştürme (migration) maliyeti ve riski neredeyse sıfırdır.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yeni LTS'i baştan seçmek, en uzun destek süresini bugünden garantilemek demektir.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Bugün eski sürümlerle (Spring Boot 3 + Java 17) başlarsak, 1–2 yıl içinde yeniye geçmek için ayrı bir proje planlamak zorunda kalırız.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geçiş projesinin maliyeti, eforu ve riski gelecekteki bir ekibin sırtına biner — yani bugünkü kararla yarına borç bırakmış oluruz.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fayda: Geliştiriciler güncel araçlarla çalışmayı tercih eder; bu da yeni yetenek bulmayı ve mevcut ekibi elde tutmayı kolaylaştırır.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Genel Bakış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Java'nın en yeni uzun destekli (LTS) sürümü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25, geliştirici Oracle tarafından 16 Eylül 2025'te resmî olarak yayınlandı.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önceki uzun destekli sürüm olan Java 21'in yerini alıyor ve artık üretim için önerilen taban bu.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İçinde 18 yeni geliştirme (JEP) var. "JEP", Java'ya eklenen her yeni özelliğin resmî öneri ve takip numarasıdır; bunların 12'si tamamlanmış, kalanları deneme aşamasında.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LTS olduğu için yıllarca (2033 ve sonrasına kadar) güvenlik yamaları ve destek alacak; bu da kurumların kendi hızında geçiş yapmasına imkân tanır.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felsefesi şu: Java'yı baştan değiştirmez, mevcut haliyle daha hızlı, daha güvenli ve daha verimli hale getirir. Bu da onu düşük riskli bir tercih yapar.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Bellekte Tasarruf: Compact Object Headers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nesnenin bir "kimlik etiketi" (header) vardır; bu sürümde o etiket küçültüldü.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Java'da oluşturduğumuz her nesnenin başında, sistemin onu tanıması için sabit bir bilgi bloğu (header) tutulur. Bu blok yer kaplar.</a:t>
            </a:r>
            <a:endParaRPr lang="en-US" sz="145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bu etiketi 96 bitten 64 bite düşürdü — yani her nesne biraz daha az bellek kullanıyor.</a:t>
            </a:r>
            <a:endParaRPr lang="en-US" sz="145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başına küçük görünse de, çalışan uygulamalar milyonlarca nesne oluşturur; toplamda ciddi tasarruf çıkar. Bir ölçümde yaklaşık %22 daha az bellek (heap) ve %8 daha az işlemci (CPU) kullanımı görüldü.</a:t>
            </a:r>
            <a:endParaRPr lang="en-US" sz="145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Bu özellik hazır gelir ama varsayılan olarak kapalıdır; devreye almak için bir ayar açmak (-XX:+UseCompactObjectHeaders) ve kendi uygulamanızda ölçüp doğrulamak gerekir.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Daha Hızlı Açılış: AOT &amp; Project Leyden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Uygulamalar açıldıktan hemen sonra bir süre yavaş çalışır ("ısınma"); bu sürüm o süreyi kısaltıyor.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normalde uygulamayı çalıştıkça öğrenir ve hızlanır. Bu "ısınma" döneminde ilk istekler daha yavaş yanıtlanır.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yöntem: Uygulamayı önce bir "deneme koşusu"nda çalıştırıp hangi kod parçalarının en sık kullanıldığını kaydediyoruz.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açılışlarda Java bu bilgiyi kullanarak sık kullanılan kodu baştan hızlı çalıştırıyor; böylece ısınma beklenmiyor. Ölçümlerde açılış yaklaşık %15–25 daha hızlı.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özellikle sık sık kapanıp açılan küçük servisler ("mikroservis" ve "serverless") için önemli: her açılış hızlandığında hem kullanıcı deneyimi hem de bulut maliyeti iyileşir.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Bellek Temizliği ve Bulut Uyumu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"Çöp toplama" (GC): kullanılmayan nesneleri otomatik silen mekanizma. "Container": uygulamanın paketlenip izole çalıştığı kutu (ör. Docker).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Java, kullanılmayan verileri otomatik temizler. Bu temizlik sırasında uygulama kısa süre duraksayabilir; ZGC adlı yeni temizleyici bu duraksamaları çok düşük tutar.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ZGC artık nesneleri "yeni" ve "eski" diye ayırarak çalışıyor. Çoğu nesne kısa ömürlü olduğundan, bu ayrım temizliği belirgin şekilde hızlandırır.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ayrıca çalıştığı kutunun (container) ne kadar işlemci ve bellek ayrıldığını otomatik anlıyor ve davranışını buna göre ayarlıyor.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Kubernetes/OpenShift gibi bulut ortamlarında daha verimli çalışma demek. Bankacılıkta bu ortamlar çok yaygın olduğundan doğrudan bir kazanç sağlar.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Aynı Anda Çok İş: Virtual Threads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"Thread": aynı anda yürüyen bir iş hattı. "Virtual thread": çok az kaynak harcayan, binlercesi aynı anda açılabilen hafif thread.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banka uygulaması aynı anda binlerce isteği karşılamak ister. Klasik thread'ler pahalıdır; çok açarsanız sistem tıkanır.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thread'ler çok hafiftir, bu yüzden aynı anda binlercesini açabilirsiniz — özellikle başka sistemleri (ödeme, sorgu, entegrasyon) bekleyen işler için idealdir.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21'de büyük bir tuzak vardı: belirli durumlarda bu hafif thread'ler gerçek bir thread'e "yapışıp" (pinning) avantajını kaybediyordu.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bu sorunu çözdü. Artık eski tarz kod kullanan kütüphanelerle bile virtual thread'ler beklendiği gibi çalışıyor. Sonuç: daha az donanımla daha çok eşzamanlı istek.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Eşzamanlı Kodu Sadeleştirmek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anda çok iş yapan kodu yazmak zordur; bu iki yenilik onu daha güvenli ve temiz hale getiriyor.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Values: Bir isteğe ait bilgiyi (ör. kullanıcı kimliği) o isteğin işini yapan tüm adımlara güvenli biçimde taşımanın yeni yolu.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 yöntem (ThreadLocal) her thread için ayrı kopya tutar ve bellek israfına, hatalara yol açabilirdi. Yeni yöntem kopya tutmadığı için daha az bellek harcar ve binlerce thread'e rahat ölçeklenir.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Concurrency: Aynı anda başlattığınız işleri tek bir blok içinde, bir bütün gibi yönetmenizi sağlar.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Böylece işlerden biri başarısız olursa diğerlerini düzgünce iptal etmek kolaylaşır ve "arkada unutulmuş, boşa çalışan iş" (thread sızıntısı) riski azalır.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Dilin Kendisi: Daha Az Kod, Daha Az Hata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17'den bu yana dile eklenen yazım kolaylıkları artık olgunlaştı.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matching for switch: Bir değerin türüne veya biçimine göre dallanmayı çok daha kısa ve okunaklı yazmayı sağlar; eskiden uzun uzun kontroller gerekiyordu.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patterns: Bir veri nesnesinin içindeki alanları tek satırda ayrıştırıp kullanmayı kolaylaştırır.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collections: Sıralı listelerde "ilk/son eleman" gibi işlemler için tutarlı ve net bir kullanım sunar.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Bunların ortak faydası: tekrar tekrar yazılan kalıp kod (boilerplate) azalır. Daha kısa kod, hem daha kolay okunur hem de daha az hata barındırır.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25 — Güvenlik ve Şifreleme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Regüle bir sektör (bankacılık) için tek başına güçlü bir gerekçe.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İnternet trafiğini şifreleyen standart (TLS) güncellenmiş, daha güçlü varsayılan şifreleme yöntemleriyle gelir.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Eskimiş ve zayıf sayılan şifreleme yöntemleri kaldırıldı; böylece istemeden güvensiz bir yöntem kullanma riski azalır.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Şifreleme işlemlerinin birçoğu modern işlemcilerde iki kat hızlandı — yani güvenlik artık performanstan büyük ödün vermeden geliyor.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bunlar FIPS/GDPR gibi yasal düzenlemelere ve denetimlere (audit) uyumu kolaylaştırır. Denetimlerde "güncel ve desteklenen platform kullanıyoruz" demek büyük avantajdır.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 — Genel Bakış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Uygulamayı yazma ve çalıştırma çatısının yeni nesli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4, 20 Kasım 2025'te yayınlandı.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Altında yatan temel kütüphanelerin en yeni sürümleri (Spring Framework 7 ve Jakarta EE 11) üzerine kuruludur — yani sadece Spring Boot değil, dayandığı tüm zemin yenilenir.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Odak noktaları: daha hızlı çalışma, daha sade kullanım ve modern Java özelliklerinden yararlanma.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25'i tam destekler; ama isteyen Java 17 ile de kullanabilir. Yani "önce Spring Boot 4'e geç, Java'yı sonra yükselt" gibi kademeli bir yol da mümkündür.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dilini kullananlar için de temel sürüm Kotlin 2.2'ye yükseltildi.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 — Daha Hafif Yapı ve Daha Az Hata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önemli yenilik: parçalı yapı (modülerleşme) ve "boş değer" hatalarına karşı koruma.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Modülerleşme: Eskiden büyük tek bir paket halindeki kod, artık küçük ve odaklı parçalara bölündü. Uygulamanıza yalnızca ihtiyaç duyduğunuz parçaları eklersiniz.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Uygulama daha küçük paketlenir ve daha az bellek kullanır. Çok sayıda servisin çalıştığı ortamlarda bu toplamda anlamlı fark yaratır.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safety (JSpecify): Programlamada en sık hatalardan biri, değeri "boş" (null) olan bir şeyi kullanmaya çalışmaktır; bu çalışırken uygulamayı çökertebilir (NPE).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yapı, bu tür hataları kod daha yazılırken (derleme aşamasında) yakalamaya yardımcı olur. Böylece canlıda çıkacak arızalar ve hata ayıklama süresi azalır.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 — Dış Servislerle Konuşmak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banka uygulaması sürekli başka servislere istek atar; bu sürüm o işi kolaylaştırıyor.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Service Clients: Başka bir servise istek göndermek için, artık sadece basit bir arayüz tanımlamanız yeterli; gerisini çatı hallediyor.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eskiden bunun için eklenen dış kütüphanelere (ör. Feign) olan ihtiyacı azaltır — daha az bağımlılık, daha az bakım.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Versioning: Bir servisin yeni bir sürümünü çıkarırken eski sürümü kullananları bozmadan ilerleyebilmek için yerleşik destek gelir.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Bankacılıkta çok sayıda sistem birbirine bağlı olduğundan, "eskiyi bozmadan yeniyi sunabilmek" doğrudan işe yarayan bir yetenektir.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 — Dayanıklılık ve İzlenebilirlik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"Dayanıklılık": geçici arızalarda çökmeden toparlanma. "İzlenebilirlik": sistemin içinde ne olduğunu görebilme.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Dayanıklılık artık çatının içinde: Örneğin bir istek geçici bir ağ hatasıyla başarısız olursa, tek bir işaretle (@Retryable) otomatik tekrar denenmesini sağlayabilirsiniz.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Bu, eskiden aynı iş için eklenen ayrı kütüphanelere olan ihtiyacı azaltır.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İzlenebilirlik: Sistemin performansını ve akışını izlemek için hazır araçlar (OpenTelemetry, Micrometer) doğrudan gelir; sorunları canlıda daha çabuk fark edersiniz.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Ayrıca uygulamayı önceden makine koduna derleyip çok hızlı başlatma (GraalVM native image) desteği güçlendirildi.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4 — Tüm Ekosistem Yenileniyor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Spring Boot değil, birlikte kullanılan parçalar da yeni nesle geçer.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7 — kimlik doğrulama ve yetkilendirme (güvenlik) katmanı.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Batch 6 — büyük veri işleme / toplu işler (ör. gece çalışan raporlar).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2025.1 — veritabanı erişimini kolaylaştıran katman.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for Apache Kafka 4.0 ve Spring Integration 7.0 — sistemler arası mesajlaşma ve entegrasyon.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 tek bir bileşeni değil, bağımlı olduğunuz tüm yığını birlikte güncel ve desteklenen bir seviyeye taşırsınız.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Performans — Rakamlarla Özet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Aşağıdaki yüzdeler "daha az/daha hızlı" yönünde iyileşmedir; düşük değer iyidir.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(heap): yaklaşık %22 azalma — nesne etiketlerinin küçültülmesi sayesinde.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İşlemci (CPU): yaklaşık %8 azalma — aynı ölçümde daha az kaynak harcanır.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 hızı: yaklaşık %15–25 hızlanma — "ısınma" süresini kısaltan yeni yöntem sayesinde.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 uyarı: Bu değerler resmî örnek ölçümlerden derlenmiştir ve her uygulamada birebir aynı çıkmaz; kesin sonuç için kendi ortamınızda ölçmek (benchmark) şarttır.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yön nettir: daha az kaynak kullanımı ve daha hızlı başlangıç. Bulut ortamında bu, doğrudan daha düşük fatura demektir.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Ticari Bakış — Destek Süresi ve Maliyet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kazançları paraya çeviren kısım.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güçlü argüman destek süresi: Java 25 en az 2033'e kadar güncelleme alır; Java 21'in ücretsiz güncellemeleri ise Eylül 2026'da biter.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banka sistemi genelde 7–10 yıl yaşar. En uzun destekli sürümü baştan seçmek, ileride "desteği bitti, acele yükseltmeliyiz" telaşını önler.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 (TCO — toplam sahip olma maliyeti): Daha az bellek/işlemci kullanımı ve hızlı açılış, aynı işi daha az donanımla yapmak demektir.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 ve mikroservis ortamlarında bu doğrudan altyapı faturasına yansır; yani yatırım, zamanla kendi tasarrufuyla geri döner.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Ticari Bakış — Uyumluluk ve Gizli Maliyet (Teknik Borç)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170432"/>
            <a:ext cx="10927080" cy="5093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Uyumluluk: Güncel güvenlik ve şifreleme sayesinde denetimlerde (audit) "desteklenen, güncel bir platform kullanıyoruz" diyebilirsiniz.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Desteği biten (EOL) sürümler ise denetimlerde risk/bulgu olarak karşınıza çıkar ve düzeltilmesi istenir.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borç: Bugün eski sürümlerle başlarsak, 1–2 yıl içinde zorunlu bir yükseltme projesi bizi bekler. Bu, planlanmamış bir maliyet ve iş yüküdür.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Sıfırdan başlayan bir projede bu borç yok — yeniyle başlayarak onu hiç oluşturmamış oluruz.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Ayrıca güncel teknoloji, nitelikli geliştirici bulma ve mevcut ekibi motive/elde tutma açısından da avantajdır.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Dürüst Değerlendirme — Riskler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bir sunum riskleri de gösterir. Yöneticiler bunları mutlaka sorar.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Olgunluk: Spring Boot 4 yeni (Kasım 2025). Eski sürümler kadar uzun süredir sahada denenmiş değil. Ama sıfırdan projede canlıya çıkışa kadar zaman olduğundan bu risk düşüktür.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Kütüphane uyumu: Kullanacağımız bazı dış kütüphaneler henüz bu yeni sürümlere tam uyumlu olmayabilir. Bu yüzden proje başında hepsinin uyumluluğunu kontrol etmek gerekir.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eğrisi: Yeni yapı (parçalı paketler, yeni istemciler, null güvenliği) ekibin biraz zaman ayırıp öğrenmesini gerektirir.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kazançlar otomatik değil: Örneğin bellek tasarrufu özelliği elle açılıp ölçülmelidir; "kurunca kendiliğinden gelir" değildir.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Spring'te "LTS" olmadığı için güncel kalmak bir süreç sorumluluğudur: her yıl yeni sürümü takip etme disiplini gerekir.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Nasıl Başlamalı? Riski Azaltan Yol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Yeniye geçerken riski en aza indirmenin pratik adımları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ile başlayın — en yeni ve en uzun destekli sürüm.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ile başlayın — güncel temel kütüphaneler ve modern yetenekler.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Projenin en başında kullanacağınız tüm dış kütüphanelerin listesini çıkarıp bu yeni sürümlerle uyumlu olduğunu doğrulayın.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Riskli/kritik parçalar için küçük bir deneme uygulaması (POC) yapın; büyük yatırımdan önce her şeyin çalıştığını görün.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tasarrufu gibi elle açılan özellikleri kendi ortamınızda ölçüp öyle karar verin.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ve Öneri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i="1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cümlede: yeni projede yeni stack seçmek, borç yazmak değil borçtan kaçınmaktır.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10927080" cy="478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Sıfırdan başlayan bu proje için Spring Boot 4 + Java 25 (LTS) kullanalım.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Çünkü en uzun destek süresini, ölçülebilir performans ve bellek kazancını ve daha az donanımla çalışmayı en baştan elde ederiz.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Ayrıca dayanıklılık ve izlenebilirlik gibi yetenekler hazır gelir; tüm ekosistem güncel ve desteklenen seviyededir.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önemlisi: birkaç yıl sonra bizi bekleyen zorunlu ve maliyetli yükseltme projesinden bugünden kaçınmış oluruz.</a:t>
            </a:r>
            <a:endParaRPr lang="en-US" sz="1500" dirty="0"/>
          </a:p>
          <a:p>
            <a:pPr algn="l" marL="228600" indent="-228600">
              <a:lnSpc>
                <a:spcPct val="108000"/>
              </a:lnSpc>
              <a:buSzPct val="100000"/>
              <a:buChar char="•"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şart: proje başında kütüphane uyumunu ve elle açılan özellikleri küçük bir denemeyle doğrulamak.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+ Java 25  ·  Yeni Proje Stack Değerlendirmesi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4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2026-07-20T07:42:23Z</dcterms:created>
  <dcterms:modified xsi:type="dcterms:W3CDTF">2026-07-20T07:42:23Z</dcterms:modified>
</cp:coreProperties>
</file>